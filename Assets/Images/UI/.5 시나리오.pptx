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78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9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60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99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06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16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46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523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256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33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2C2B0-AF52-42C5-BE03-7807412DAF2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75ECD-8D11-4F46-BAC7-0C74350BE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29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70876" y="68561"/>
            <a:ext cx="65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1.5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70876" y="3025833"/>
            <a:ext cx="78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2.5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65" y="684114"/>
            <a:ext cx="5150728" cy="19773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05403" y="329254"/>
            <a:ext cx="6356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H</a:t>
            </a:r>
            <a:r>
              <a:rPr lang="ko-KR" altLang="en-US" sz="1000" dirty="0" err="1" smtClean="0"/>
              <a:t>엔터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아이돌</a:t>
            </a:r>
            <a:r>
              <a:rPr lang="ko-KR" altLang="en-US" sz="1000" dirty="0" smtClean="0"/>
              <a:t> 팬미팅 홍보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외국인 팬이 팬미팅 티켓 예매 시도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티켓 예매에 성공한 팬 </a:t>
            </a:r>
            <a:r>
              <a:rPr lang="ko-KR" altLang="en-US" sz="1000" dirty="0" err="1" smtClean="0"/>
              <a:t>한국행</a:t>
            </a:r>
            <a:r>
              <a:rPr lang="ko-KR" altLang="en-US" sz="1000" dirty="0" smtClean="0"/>
              <a:t> 준비</a:t>
            </a:r>
            <a:endParaRPr lang="ko-KR" altLang="en-US" sz="10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832" y="4165832"/>
            <a:ext cx="5227845" cy="215786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14012" y="3829994"/>
            <a:ext cx="8341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강남 거리 성형외과 광고판 의료관광 홍보 이미지 노출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외국인 관광객이 병원 상담 페이지 확인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시술 일정 관련 노출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4367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0575" y="174567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3.5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2975" y="3785061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.5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374020" y="703708"/>
            <a:ext cx="7120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성형 수술 후 얼굴 확인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여권 사진과 현재 얼굴 비교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온라인 커뮤니티에 여권 사진 확인 지연 </a:t>
            </a:r>
            <a:r>
              <a:rPr lang="ko-KR" altLang="en-US" sz="1000" dirty="0" err="1" smtClean="0"/>
              <a:t>게시글</a:t>
            </a:r>
            <a:r>
              <a:rPr lang="ko-KR" altLang="en-US" sz="1000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3900" y="4166444"/>
            <a:ext cx="5338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건강 이상 보고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검역 장비 준비</a:t>
            </a:r>
            <a:endParaRPr lang="ko-KR" altLang="en-US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414" y="4454997"/>
            <a:ext cx="4494882" cy="211350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603" y="992261"/>
            <a:ext cx="5146504" cy="192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0575" y="174567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.5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0219" y="3751811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.5</a:t>
            </a:r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364" y="798394"/>
            <a:ext cx="5150729" cy="20057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65869" y="483541"/>
            <a:ext cx="5338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PCR </a:t>
            </a:r>
            <a:r>
              <a:rPr lang="ko-KR" altLang="en-US" sz="1000" dirty="0" err="1" smtClean="0"/>
              <a:t>검사서</a:t>
            </a:r>
            <a:r>
              <a:rPr lang="ko-KR" altLang="en-US" sz="1000" dirty="0" smtClean="0"/>
              <a:t> 정리 </a:t>
            </a:r>
            <a:r>
              <a:rPr lang="en-US" altLang="ko-KR" sz="1000" dirty="0" smtClean="0"/>
              <a:t>&gt; PCR </a:t>
            </a:r>
            <a:r>
              <a:rPr lang="ko-KR" altLang="en-US" sz="1000" dirty="0" smtClean="0"/>
              <a:t>확인 도구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다음 근무에 사용할 </a:t>
            </a:r>
            <a:r>
              <a:rPr lang="en-US" altLang="ko-KR" sz="1000" dirty="0" smtClean="0"/>
              <a:t>PCR </a:t>
            </a:r>
            <a:r>
              <a:rPr lang="ko-KR" altLang="en-US" sz="1000" dirty="0" smtClean="0"/>
              <a:t>확인 자료 준비 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2966110" y="4121143"/>
            <a:ext cx="7492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근무가 끝난 </a:t>
            </a:r>
            <a:r>
              <a:rPr lang="ko-KR" altLang="en-US" sz="1000" dirty="0" err="1" smtClean="0"/>
              <a:t>심사대</a:t>
            </a:r>
            <a:r>
              <a:rPr lang="ko-KR" altLang="en-US" sz="1000" dirty="0" smtClean="0"/>
              <a:t> 위 여권</a:t>
            </a:r>
            <a:r>
              <a:rPr lang="en-US" altLang="ko-KR" sz="1000" dirty="0" smtClean="0"/>
              <a:t>, PCR, </a:t>
            </a:r>
            <a:r>
              <a:rPr lang="ko-KR" altLang="en-US" sz="1000" dirty="0" smtClean="0"/>
              <a:t>확인 서류가 정리되지 </a:t>
            </a:r>
            <a:r>
              <a:rPr lang="ko-KR" altLang="en-US" sz="1000" dirty="0" err="1" smtClean="0"/>
              <a:t>못한채</a:t>
            </a:r>
            <a:r>
              <a:rPr lang="ko-KR" altLang="en-US" sz="1000" dirty="0" smtClean="0"/>
              <a:t> 쌓여있다</a:t>
            </a:r>
            <a:r>
              <a:rPr lang="en-US" altLang="ko-KR" sz="1000" dirty="0" smtClean="0"/>
              <a:t>. &gt; </a:t>
            </a:r>
            <a:r>
              <a:rPr lang="ko-KR" altLang="en-US" sz="1000" dirty="0" smtClean="0"/>
              <a:t>모니터 화면 </a:t>
            </a:r>
            <a:r>
              <a:rPr lang="en-US" altLang="ko-KR" sz="1000" dirty="0" smtClean="0"/>
              <a:t>+ </a:t>
            </a:r>
            <a:r>
              <a:rPr lang="ko-KR" altLang="en-US" sz="1000" dirty="0" smtClean="0"/>
              <a:t>지친 심사관 </a:t>
            </a:r>
            <a:r>
              <a:rPr lang="ko-KR" altLang="en-US" sz="1000" dirty="0" err="1" smtClean="0"/>
              <a:t>뒷</a:t>
            </a:r>
            <a:r>
              <a:rPr lang="ko-KR" altLang="en-US" sz="1000" dirty="0" smtClean="0"/>
              <a:t> 모습</a:t>
            </a:r>
            <a:endParaRPr lang="ko-KR" altLang="en-US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634" y="4367364"/>
            <a:ext cx="5374575" cy="231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5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408" y="202276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r>
              <a:rPr lang="en-US" altLang="ko-KR" dirty="0" smtClean="0"/>
              <a:t>.5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3912" y="3284381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</a:t>
            </a:r>
            <a:r>
              <a:rPr lang="en-US" altLang="ko-KR" dirty="0" smtClean="0"/>
              <a:t>.5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321169" y="557062"/>
            <a:ext cx="76551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한국 대학 유학 설명회를 보는 학생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한국 대학 지원서 작성 중인 학생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합격 통지서 확인을 기뻐하며 유학 준비중인 학생</a:t>
            </a:r>
            <a:endParaRPr lang="ko-KR" altLang="en-US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923" y="823676"/>
            <a:ext cx="5855535" cy="19518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30422" y="4216581"/>
            <a:ext cx="8473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한국 기업 채용 공고를 확인하는 </a:t>
            </a:r>
            <a:r>
              <a:rPr lang="ko-KR" altLang="en-US" sz="1000" dirty="0" err="1" smtClean="0"/>
              <a:t>취준생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자기소개서와 면접 준비를 하는 </a:t>
            </a:r>
            <a:r>
              <a:rPr lang="ko-KR" altLang="en-US" sz="1000" dirty="0" err="1" smtClean="0"/>
              <a:t>취준생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채용 합격 메일을 확인하고 입국 준비를 하는 </a:t>
            </a:r>
            <a:r>
              <a:rPr lang="ko-KR" altLang="en-US" sz="1000" dirty="0" err="1" smtClean="0"/>
              <a:t>취준생</a:t>
            </a:r>
            <a:endParaRPr lang="ko-KR" altLang="en-US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37" y="4565841"/>
            <a:ext cx="5855535" cy="209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1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29" y="210589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</a:t>
            </a:r>
            <a:r>
              <a:rPr lang="en-US" altLang="ko-KR" dirty="0" smtClean="0"/>
              <a:t>.5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3965" y="3668684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10.5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18545" y="648791"/>
            <a:ext cx="8473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저녁 공항 전경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근무가 끝난 </a:t>
            </a:r>
            <a:r>
              <a:rPr lang="ko-KR" altLang="en-US" sz="1000" dirty="0" err="1" smtClean="0"/>
              <a:t>심사대가</a:t>
            </a:r>
            <a:r>
              <a:rPr lang="ko-KR" altLang="en-US" sz="1000" dirty="0" smtClean="0"/>
              <a:t> 정리되어 있다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2155459" y="4183481"/>
            <a:ext cx="8473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보안팀</a:t>
            </a:r>
            <a:r>
              <a:rPr lang="ko-KR" altLang="en-US" sz="1000" dirty="0" smtClean="0"/>
              <a:t> 직원이 근무 종료 후 </a:t>
            </a:r>
            <a:r>
              <a:rPr lang="ko-KR" altLang="en-US" sz="1000" dirty="0" err="1" smtClean="0"/>
              <a:t>심사관을</a:t>
            </a:r>
            <a:r>
              <a:rPr lang="ko-KR" altLang="en-US" sz="1000" dirty="0" smtClean="0"/>
              <a:t> 찾아옴 </a:t>
            </a:r>
            <a:r>
              <a:rPr lang="en-US" altLang="ko-KR" sz="1000" dirty="0" smtClean="0"/>
              <a:t>&gt; </a:t>
            </a:r>
            <a:r>
              <a:rPr lang="ko-KR" altLang="en-US" sz="1000" dirty="0" err="1" smtClean="0"/>
              <a:t>보안팀</a:t>
            </a:r>
            <a:r>
              <a:rPr lang="ko-KR" altLang="en-US" sz="1000" dirty="0" smtClean="0"/>
              <a:t> 직원으로 부터 서류를 </a:t>
            </a:r>
            <a:r>
              <a:rPr lang="ko-KR" altLang="en-US" sz="1000" dirty="0" err="1" smtClean="0"/>
              <a:t>건네받음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심사관이 봉투 안의 문서를 확인</a:t>
            </a:r>
            <a:endParaRPr lang="ko-KR" altLang="en-US" sz="1000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0" y="976560"/>
            <a:ext cx="4536631" cy="204950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0" y="4443415"/>
            <a:ext cx="4919638" cy="193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7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2" y="293716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11.5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3842" y="3450706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12.5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539121" y="553619"/>
            <a:ext cx="8473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야간 도심 국제 행사 준비 </a:t>
            </a:r>
            <a:r>
              <a:rPr lang="en-US" altLang="ko-KR" sz="1000" dirty="0" smtClean="0"/>
              <a:t>&gt;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보안 상황실에서 직원들이 행사장 </a:t>
            </a:r>
            <a:r>
              <a:rPr lang="en-US" altLang="ko-KR" sz="1000" dirty="0" smtClean="0"/>
              <a:t>CCTV </a:t>
            </a:r>
            <a:r>
              <a:rPr lang="ko-KR" altLang="en-US" sz="1000" dirty="0" smtClean="0"/>
              <a:t>확인</a:t>
            </a:r>
            <a:r>
              <a:rPr lang="en-US" altLang="ko-KR" sz="1000" dirty="0" smtClean="0"/>
              <a:t> &gt; </a:t>
            </a:r>
            <a:r>
              <a:rPr lang="ko-KR" altLang="en-US" sz="1000" dirty="0" smtClean="0"/>
              <a:t>보안 모니터에 방치된 가방과 감시 대상의 이동 경로가 표시</a:t>
            </a:r>
            <a:endParaRPr lang="ko-KR" alt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3348497" y="3978746"/>
            <a:ext cx="8473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도심 곳곳 보안 인력 </a:t>
            </a:r>
            <a:r>
              <a:rPr lang="en-US" altLang="ko-KR" sz="1000" dirty="0" smtClean="0"/>
              <a:t>+ </a:t>
            </a:r>
            <a:r>
              <a:rPr lang="ko-KR" altLang="en-US" sz="1000" dirty="0" smtClean="0"/>
              <a:t>순찰 강화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평범한 시민들도 주변을 경계</a:t>
            </a:r>
            <a:endParaRPr lang="ko-KR" altLang="en-US" sz="10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832" y="799840"/>
            <a:ext cx="5925208" cy="210267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75" y="4224967"/>
            <a:ext cx="4545140" cy="200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3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026" y="202277"/>
            <a:ext cx="104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13.5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579" y="1051531"/>
            <a:ext cx="6522973" cy="20294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24569" y="671382"/>
            <a:ext cx="8473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퇴근 후 조용한 공항 야경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심사관이 책상과 서류 정리 </a:t>
            </a:r>
            <a:r>
              <a:rPr lang="en-US" altLang="ko-KR" sz="1000" dirty="0" smtClean="0"/>
              <a:t>&gt; </a:t>
            </a:r>
            <a:r>
              <a:rPr lang="ko-KR" altLang="en-US" sz="1000" dirty="0" smtClean="0"/>
              <a:t>심사관이 </a:t>
            </a:r>
            <a:r>
              <a:rPr lang="ko-KR" altLang="en-US" sz="1000" dirty="0" err="1" smtClean="0"/>
              <a:t>창밖을</a:t>
            </a:r>
            <a:r>
              <a:rPr lang="ko-KR" altLang="en-US" sz="1000" dirty="0" smtClean="0"/>
              <a:t> 바라보며 마지막 근무 준비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05350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236</Words>
  <Application>Microsoft Office PowerPoint</Application>
  <PresentationFormat>와이드스크린</PresentationFormat>
  <Paragraphs>26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56</cp:revision>
  <dcterms:created xsi:type="dcterms:W3CDTF">2026-06-10T10:24:27Z</dcterms:created>
  <dcterms:modified xsi:type="dcterms:W3CDTF">2026-06-12T05:42:58Z</dcterms:modified>
</cp:coreProperties>
</file>